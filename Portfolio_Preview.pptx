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523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ongeung.github.io/eongeung" TargetMode="Externa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hyperlink" Target="https://eongeung.github.io/eongeu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12064" y="347472"/>
            <a:ext cx="1810512" cy="21762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/private/tmp/claude-501/-Users-yeongheun-Documents-js-eongeung-react/4dc0c9df-965f-4713-8e8b-26432a87817d/scratchpad/portfolio-ppt/images/pp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384048"/>
            <a:ext cx="173736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0604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이영흔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606040" y="914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Full-Stack Developer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606040" y="122529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7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“무엇이든 겪어보고 성장하는 것을 좋아합니다.”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606040" y="1572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6 </a:t>
            </a:r>
            <a:r>
              <a:rPr lang="en-US" sz="1150" dirty="0">
                <a:solidFill>
                  <a:srgbClr val="E7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Projects   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7 </a:t>
            </a:r>
            <a:r>
              <a:rPr lang="en-US" sz="1150" dirty="0">
                <a:solidFill>
                  <a:srgbClr val="E7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Awards   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 </a:t>
            </a:r>
            <a:r>
              <a:rPr lang="en-US" sz="1150" dirty="0">
                <a:solidFill>
                  <a:srgbClr val="E7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606040" y="1901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↗</a:t>
            </a: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·  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Velog ↗</a:t>
            </a: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·  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2yeongheun@gmail.com</a:t>
            </a:r>
            <a:endParaRPr lang="en-US" sz="1100" dirty="0"/>
          </a:p>
        </p:txBody>
      </p:sp>
      <p:sp>
        <p:nvSpPr>
          <p:cNvPr id="10" name="Shape 7">
            <a:hlinkClick r:id="rId4"/>
          </p:cNvPr>
          <p:cNvSpPr/>
          <p:nvPr/>
        </p:nvSpPr>
        <p:spPr>
          <a:xfrm>
            <a:off x="8945575" y="384048"/>
            <a:ext cx="2743200" cy="43891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  <a:effectLst>
            <a:outerShdw blurRad="127000" dist="25400" dir="5400000" algn="bl" rotWithShape="0">
              <a:srgbClr val="0B1229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>
            <a:hlinkClick r:id="rId4"/>
          </p:cNvPr>
          <p:cNvSpPr/>
          <p:nvPr/>
        </p:nvSpPr>
        <p:spPr>
          <a:xfrm>
            <a:off x="8945575" y="38404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0B122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전체 포트폴리오 보기 ↗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945575" y="8778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eongeung.github.io/eongeung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48640" y="2880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154680"/>
            <a:ext cx="365760" cy="0"/>
          </a:xfrm>
          <a:prstGeom prst="line">
            <a:avLst/>
          </a:prstGeom>
          <a:noFill/>
          <a:ln w="22225">
            <a:solidFill>
              <a:srgbClr val="9C7A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48640" y="3282696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Boot와 React를 중심으로 실서비스 배포부터 AI 연동, IoT 하드웨어 통합까지 경험한 풀스택 개발자입니다. PL 역할로 기획부터 배포까지 전 과정을 주도한 경험이 있으며, Redis 분산 락, LLM 챗봇 등 다양한 기술을 실제 프로젝트에 적용했습니다.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44165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690872"/>
            <a:ext cx="365760" cy="0"/>
          </a:xfrm>
          <a:prstGeom prst="line">
            <a:avLst/>
          </a:prstGeom>
          <a:noFill/>
          <a:ln w="22225">
            <a:solidFill>
              <a:srgbClr val="9C7A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48640" y="483717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2026.05–07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691640" y="48371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JAVA 웹 풀스택 과정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기반 웹 풀스택 개발 과정 수강 중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5349240" cy="0"/>
          </a:xfrm>
          <a:prstGeom prst="line">
            <a:avLst/>
          </a:prstGeom>
          <a:noFill/>
          <a:ln w="9525">
            <a:solidFill>
              <a:srgbClr val="E2D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48640" y="529437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2025.10–12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691640" y="52943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 IPD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연계 프로젝트 — 실제 기업과 협업해 문제 정의 및 해결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5669280"/>
            <a:ext cx="5349240" cy="0"/>
          </a:xfrm>
          <a:prstGeom prst="line">
            <a:avLst/>
          </a:prstGeom>
          <a:noFill/>
          <a:ln w="9525">
            <a:solidFill>
              <a:srgbClr val="E2D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48640" y="575157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2025.10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691640" y="57515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Essentials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기초 모델 이해 및 실습 프로젝트 수행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0" y="2880360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0" y="3154680"/>
            <a:ext cx="365760" cy="0"/>
          </a:xfrm>
          <a:prstGeom prst="line">
            <a:avLst/>
          </a:prstGeom>
          <a:noFill/>
          <a:ln w="22225">
            <a:solidFill>
              <a:srgbClr val="9C7A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6400800" y="3300984"/>
            <a:ext cx="5239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400800" y="3538728"/>
            <a:ext cx="923544" cy="246888"/>
          </a:xfrm>
          <a:prstGeom prst="roundRect">
            <a:avLst>
              <a:gd name="adj" fmla="val 25926"/>
            </a:avLst>
          </a:prstGeom>
          <a:solidFill>
            <a:srgbClr val="EEF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6400800" y="3538728"/>
            <a:ext cx="923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17/21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397496" y="3538728"/>
            <a:ext cx="997610" cy="246888"/>
          </a:xfrm>
          <a:prstGeom prst="roundRect">
            <a:avLst>
              <a:gd name="adj" fmla="val 25926"/>
            </a:avLst>
          </a:prstGeom>
          <a:solidFill>
            <a:srgbClr val="EEF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7397496" y="3538728"/>
            <a:ext cx="99761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468258" y="3538728"/>
            <a:ext cx="1293876" cy="246888"/>
          </a:xfrm>
          <a:prstGeom prst="roundRect">
            <a:avLst>
              <a:gd name="adj" fmla="val 25926"/>
            </a:avLst>
          </a:prstGeom>
          <a:solidFill>
            <a:srgbClr val="EEF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8468258" y="3538728"/>
            <a:ext cx="12938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9835286" y="3538728"/>
            <a:ext cx="420624" cy="246888"/>
          </a:xfrm>
          <a:prstGeom prst="roundRect">
            <a:avLst>
              <a:gd name="adj" fmla="val 25926"/>
            </a:avLst>
          </a:prstGeom>
          <a:solidFill>
            <a:srgbClr val="EEF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9835286" y="3538728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400800" y="3968496"/>
            <a:ext cx="5239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MOBILE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400800" y="4206240"/>
            <a:ext cx="553212" cy="246888"/>
          </a:xfrm>
          <a:prstGeom prst="roundRect">
            <a:avLst>
              <a:gd name="adj" fmla="val 25926"/>
            </a:avLst>
          </a:prstGeom>
          <a:solidFill>
            <a:srgbClr val="EDF1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6400800" y="4206240"/>
            <a:ext cx="5532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5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027164" y="4206240"/>
            <a:ext cx="923544" cy="246888"/>
          </a:xfrm>
          <a:prstGeom prst="roundRect">
            <a:avLst>
              <a:gd name="adj" fmla="val 25926"/>
            </a:avLst>
          </a:prstGeom>
          <a:solidFill>
            <a:srgbClr val="EDF1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7027164" y="4206240"/>
            <a:ext cx="923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5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023860" y="4206240"/>
            <a:ext cx="701345" cy="246888"/>
          </a:xfrm>
          <a:prstGeom prst="roundRect">
            <a:avLst>
              <a:gd name="adj" fmla="val 25926"/>
            </a:avLst>
          </a:prstGeom>
          <a:solidFill>
            <a:srgbClr val="EDF1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8023860" y="4206240"/>
            <a:ext cx="70134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8798357" y="4206240"/>
            <a:ext cx="479146" cy="246888"/>
          </a:xfrm>
          <a:prstGeom prst="roundRect">
            <a:avLst>
              <a:gd name="adj" fmla="val 25926"/>
            </a:avLst>
          </a:prstGeom>
          <a:solidFill>
            <a:srgbClr val="EDF1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8798357" y="4206240"/>
            <a:ext cx="47914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400800" y="4636008"/>
            <a:ext cx="5239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400800" y="4873752"/>
            <a:ext cx="553212" cy="246888"/>
          </a:xfrm>
          <a:prstGeom prst="roundRect">
            <a:avLst>
              <a:gd name="adj" fmla="val 25926"/>
            </a:avLst>
          </a:prstGeom>
          <a:solidFill>
            <a:srgbClr val="F2EF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6400800" y="4873752"/>
            <a:ext cx="5532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7027164" y="4873752"/>
            <a:ext cx="923544" cy="246888"/>
          </a:xfrm>
          <a:prstGeom prst="roundRect">
            <a:avLst>
              <a:gd name="adj" fmla="val 25926"/>
            </a:avLst>
          </a:prstGeom>
          <a:solidFill>
            <a:srgbClr val="F2EF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/>
          <p:nvPr/>
        </p:nvSpPr>
        <p:spPr>
          <a:xfrm>
            <a:off x="7027164" y="4873752"/>
            <a:ext cx="923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8023860" y="4873752"/>
            <a:ext cx="627278" cy="246888"/>
          </a:xfrm>
          <a:prstGeom prst="roundRect">
            <a:avLst>
              <a:gd name="adj" fmla="val 25926"/>
            </a:avLst>
          </a:prstGeom>
          <a:solidFill>
            <a:srgbClr val="F2EF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8023860" y="4873752"/>
            <a:ext cx="6272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8724290" y="4873752"/>
            <a:ext cx="553212" cy="246888"/>
          </a:xfrm>
          <a:prstGeom prst="roundRect">
            <a:avLst>
              <a:gd name="adj" fmla="val 25926"/>
            </a:avLst>
          </a:prstGeom>
          <a:solidFill>
            <a:srgbClr val="F7EE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/>
          <p:nvPr/>
        </p:nvSpPr>
        <p:spPr>
          <a:xfrm>
            <a:off x="8724290" y="4873752"/>
            <a:ext cx="5532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6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6400800" y="5303520"/>
            <a:ext cx="5239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CLOUD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6400800" y="5541264"/>
            <a:ext cx="627278" cy="246888"/>
          </a:xfrm>
          <a:prstGeom prst="roundRect">
            <a:avLst>
              <a:gd name="adj" fmla="val 25926"/>
            </a:avLst>
          </a:prstGeom>
          <a:solidFill>
            <a:srgbClr val="F7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/>
          <p:nvPr/>
        </p:nvSpPr>
        <p:spPr>
          <a:xfrm>
            <a:off x="6400800" y="5541264"/>
            <a:ext cx="6272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7101230" y="5541264"/>
            <a:ext cx="1219810" cy="246888"/>
          </a:xfrm>
          <a:prstGeom prst="roundRect">
            <a:avLst>
              <a:gd name="adj" fmla="val 25926"/>
            </a:avLst>
          </a:prstGeom>
          <a:solidFill>
            <a:srgbClr val="F7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/>
          <p:nvPr/>
        </p:nvSpPr>
        <p:spPr>
          <a:xfrm>
            <a:off x="7101230" y="5541264"/>
            <a:ext cx="121981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8394192" y="5541264"/>
            <a:ext cx="553212" cy="246888"/>
          </a:xfrm>
          <a:prstGeom prst="roundRect">
            <a:avLst>
              <a:gd name="adj" fmla="val 25926"/>
            </a:avLst>
          </a:prstGeom>
          <a:solidFill>
            <a:srgbClr val="F7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/>
          <p:nvPr/>
        </p:nvSpPr>
        <p:spPr>
          <a:xfrm>
            <a:off x="8394192" y="5541264"/>
            <a:ext cx="5532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9020556" y="5541264"/>
            <a:ext cx="1219810" cy="246888"/>
          </a:xfrm>
          <a:prstGeom prst="roundRect">
            <a:avLst>
              <a:gd name="adj" fmla="val 25926"/>
            </a:avLst>
          </a:prstGeom>
          <a:solidFill>
            <a:srgbClr val="F7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/>
          <p:nvPr/>
        </p:nvSpPr>
        <p:spPr>
          <a:xfrm>
            <a:off x="9020556" y="5541264"/>
            <a:ext cx="121981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EC2/S3/RDS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6400800" y="5971032"/>
            <a:ext cx="5239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COMPUTER VISION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6400800" y="6208776"/>
            <a:ext cx="627278" cy="246888"/>
          </a:xfrm>
          <a:prstGeom prst="roundRect">
            <a:avLst>
              <a:gd name="adj" fmla="val 25926"/>
            </a:avLst>
          </a:prstGeom>
          <a:solidFill>
            <a:srgbClr val="F8F2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/>
          <p:nvPr/>
        </p:nvSpPr>
        <p:spPr>
          <a:xfrm>
            <a:off x="6400800" y="6208776"/>
            <a:ext cx="6272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6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7101230" y="6208776"/>
            <a:ext cx="775411" cy="246888"/>
          </a:xfrm>
          <a:prstGeom prst="roundRect">
            <a:avLst>
              <a:gd name="adj" fmla="val 25926"/>
            </a:avLst>
          </a:prstGeom>
          <a:solidFill>
            <a:srgbClr val="F8F2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/>
          <p:nvPr/>
        </p:nvSpPr>
        <p:spPr>
          <a:xfrm>
            <a:off x="7101230" y="6208776"/>
            <a:ext cx="77541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6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7949794" y="6208776"/>
            <a:ext cx="775411" cy="246888"/>
          </a:xfrm>
          <a:prstGeom prst="roundRect">
            <a:avLst>
              <a:gd name="adj" fmla="val 25926"/>
            </a:avLst>
          </a:prstGeom>
          <a:solidFill>
            <a:srgbClr val="F1F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/>
          <p:nvPr/>
        </p:nvSpPr>
        <p:spPr>
          <a:xfrm>
            <a:off x="7949794" y="6208776"/>
            <a:ext cx="77541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8798357" y="6208776"/>
            <a:ext cx="849478" cy="246888"/>
          </a:xfrm>
          <a:prstGeom prst="roundRect">
            <a:avLst>
              <a:gd name="adj" fmla="val 25926"/>
            </a:avLst>
          </a:prstGeom>
          <a:solidFill>
            <a:srgbClr val="F8F2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/>
          <p:nvPr/>
        </p:nvSpPr>
        <p:spPr>
          <a:xfrm>
            <a:off x="8798357" y="6208776"/>
            <a:ext cx="8494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6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&amp; Achievements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Projects · Full-Stack Web · Mobile · AI · IoT</a:t>
            </a:r>
            <a:endParaRPr lang="en-US" sz="1200" dirty="0"/>
          </a:p>
        </p:txBody>
      </p:sp>
      <p:sp>
        <p:nvSpPr>
          <p:cNvPr id="4" name="Shape 2">
            <a:hlinkClick r:id="rId3"/>
          </p:cNvPr>
          <p:cNvSpPr/>
          <p:nvPr/>
        </p:nvSpPr>
        <p:spPr>
          <a:xfrm>
            <a:off x="9265615" y="457200"/>
            <a:ext cx="2377440" cy="420624"/>
          </a:xfrm>
          <a:prstGeom prst="roundRect">
            <a:avLst>
              <a:gd name="adj" fmla="val 50000"/>
            </a:avLst>
          </a:prstGeom>
          <a:solidFill>
            <a:srgbClr val="0B1229"/>
          </a:solidFill>
          <a:ln/>
          <a:effectLst>
            <a:outerShdw blurRad="127000" dist="25400" dir="5400000" algn="bl" rotWithShape="0">
              <a:srgbClr val="0B1229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hlinkClick r:id="rId3"/>
          </p:cNvPr>
          <p:cNvSpPr/>
          <p:nvPr/>
        </p:nvSpPr>
        <p:spPr>
          <a:xfrm>
            <a:off x="9265615" y="4572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E8C8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전체 포트폴리오 보기 ↗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644652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5875">
            <a:solidFill>
              <a:srgbClr val="C9A227"/>
            </a:solidFill>
            <a:prstDash val="solid"/>
          </a:ln>
          <a:effectLst>
            <a:outerShdw blurRad="152400" dist="25400" dir="5400000" algn="bl" rotWithShape="0">
              <a:srgbClr val="0B1229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22960" y="15361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FBF3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15361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PINNED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92224" y="153619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792224" y="15361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17720" y="15361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2025.05 – 2026.06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8653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Univ-US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2267712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 ERP · LMS · 커뮤니티 통합 플랫폼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523744"/>
            <a:ext cx="5897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풀스택 개발자 · PL   ·   풀스택 5인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816352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→"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분산 락 + DB 비관적 락 3중 방어 — k6 99명 동시 부하 검증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→"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+ pgvector RAG 챗봇 — 약 300개 문서 임베딩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→"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325개 대학 데이터 적재 · CI/CD 실배포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767328"/>
            <a:ext cx="672541" cy="228600"/>
          </a:xfrm>
          <a:prstGeom prst="roundRect">
            <a:avLst>
              <a:gd name="adj" fmla="val 28000"/>
            </a:avLst>
          </a:prstGeom>
          <a:solidFill>
            <a:srgbClr val="EEF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3767328"/>
            <a:ext cx="6725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568653" y="3767328"/>
            <a:ext cx="952348" cy="228600"/>
          </a:xfrm>
          <a:prstGeom prst="roundRect">
            <a:avLst>
              <a:gd name="adj" fmla="val 28000"/>
            </a:avLst>
          </a:prstGeom>
          <a:solidFill>
            <a:srgbClr val="EEF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568653" y="3767328"/>
            <a:ext cx="952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94153" y="3767328"/>
            <a:ext cx="602590" cy="228600"/>
          </a:xfrm>
          <a:prstGeom prst="roundRect">
            <a:avLst>
              <a:gd name="adj" fmla="val 28000"/>
            </a:avLst>
          </a:prstGeom>
          <a:solidFill>
            <a:srgbClr val="F2EF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594153" y="3767328"/>
            <a:ext cx="602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69894" y="3767328"/>
            <a:ext cx="882396" cy="228600"/>
          </a:xfrm>
          <a:prstGeom prst="roundRect">
            <a:avLst>
              <a:gd name="adj" fmla="val 28000"/>
            </a:avLst>
          </a:prstGeom>
          <a:solidFill>
            <a:srgbClr val="F2EF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269894" y="3767328"/>
            <a:ext cx="8823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225442" y="3767328"/>
            <a:ext cx="532638" cy="228600"/>
          </a:xfrm>
          <a:prstGeom prst="roundRect">
            <a:avLst>
              <a:gd name="adj" fmla="val 28000"/>
            </a:avLst>
          </a:prstGeom>
          <a:solidFill>
            <a:srgbClr val="F7EE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225442" y="3767328"/>
            <a:ext cx="532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64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31232" y="3767328"/>
            <a:ext cx="462686" cy="228600"/>
          </a:xfrm>
          <a:prstGeom prst="roundRect">
            <a:avLst>
              <a:gd name="adj" fmla="val 28000"/>
            </a:avLst>
          </a:prstGeom>
          <a:solidFill>
            <a:srgbClr val="F8F2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831232" y="3767328"/>
            <a:ext cx="4626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6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67071" y="3767328"/>
            <a:ext cx="602590" cy="228600"/>
          </a:xfrm>
          <a:prstGeom prst="roundRect">
            <a:avLst>
              <a:gd name="adj" fmla="val 28000"/>
            </a:avLst>
          </a:prstGeom>
          <a:solidFill>
            <a:srgbClr val="F7F1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367071" y="3767328"/>
            <a:ext cx="602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223760" y="1298448"/>
            <a:ext cx="4419295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2DFD4"/>
            </a:solidFill>
            <a:prstDash val="solid"/>
          </a:ln>
          <a:effectLst>
            <a:outerShdw blurRad="152400" dist="25400" dir="5400000" algn="bl" rotWithShape="0">
              <a:srgbClr val="0B1229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479792" y="1536192"/>
            <a:ext cx="3870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 &amp; LICENSES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79792" y="1810512"/>
            <a:ext cx="365760" cy="0"/>
          </a:xfrm>
          <a:prstGeom prst="line">
            <a:avLst/>
          </a:prstGeom>
          <a:noFill/>
          <a:ln w="22225">
            <a:solidFill>
              <a:srgbClr val="9C7A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479792" y="1901952"/>
            <a:ext cx="39072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Awards    </a:t>
            </a:r>
            <a:r>
              <a:rPr lang="en-US" sz="2200" b="1" dirty="0">
                <a:solidFill>
                  <a:srgbClr val="0B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Licenses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479792" y="2359152"/>
            <a:ext cx="39072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KB국민은행장 표창 — 졸업식 표창</a:t>
            </a:r>
            <a:endParaRPr lang="en-US" sz="9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한이음 ICT 프로젝트 — 장려상</a:t>
            </a:r>
            <a:endParaRPr lang="en-US" sz="9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탄소 관련 공모전 — 우수상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79792" y="3200400"/>
            <a:ext cx="3907231" cy="0"/>
          </a:xfrm>
          <a:prstGeom prst="line">
            <a:avLst/>
          </a:prstGeom>
          <a:noFill/>
          <a:ln w="9525">
            <a:solidFill>
              <a:srgbClr val="E2D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479792" y="3328416"/>
            <a:ext cx="39072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79792" y="3566160"/>
            <a:ext cx="39072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SQLD  ·  리눅스마스터 2급  ·  네트워크관리사 2급  ·  GTQ 1급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434840"/>
            <a:ext cx="195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955536" y="4416552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955536" y="44165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548640" y="4636008"/>
            <a:ext cx="195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PawPaw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8640" y="4910328"/>
            <a:ext cx="195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반려동물 종합 플랫폼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8640" y="5202936"/>
            <a:ext cx="195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풀스택 개발자 · 풀스택 2인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8640" y="5477256"/>
            <a:ext cx="195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12개 도메인 REST API · WebSocket 실시간 채팅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8640" y="6144768"/>
            <a:ext cx="586130" cy="201168"/>
          </a:xfrm>
          <a:prstGeom prst="roundRect">
            <a:avLst>
              <a:gd name="adj" fmla="val 31818"/>
            </a:avLst>
          </a:prstGeom>
          <a:solidFill>
            <a:srgbClr val="EEF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48640" y="6144768"/>
            <a:ext cx="5861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207922" y="6144768"/>
            <a:ext cx="816559" cy="201168"/>
          </a:xfrm>
          <a:prstGeom prst="roundRect">
            <a:avLst>
              <a:gd name="adj" fmla="val 31818"/>
            </a:avLst>
          </a:prstGeom>
          <a:solidFill>
            <a:srgbClr val="EEF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207922" y="6144768"/>
            <a:ext cx="8165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668768" y="4434840"/>
            <a:ext cx="0" cy="1965960"/>
          </a:xfrm>
          <a:prstGeom prst="line">
            <a:avLst/>
          </a:prstGeom>
          <a:noFill/>
          <a:ln w="9525">
            <a:solidFill>
              <a:srgbClr val="E2D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2833360" y="4434840"/>
            <a:ext cx="195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833360" y="4636008"/>
            <a:ext cx="195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Frankly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2833360" y="4910328"/>
            <a:ext cx="195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 커뮤니티 REST API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833360" y="5202936"/>
            <a:ext cx="195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개발자 · 백엔드 1인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833360" y="5477256"/>
            <a:ext cx="195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인증 · S3 Presigned URL · EC2 배포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833360" y="6144768"/>
            <a:ext cx="816559" cy="201168"/>
          </a:xfrm>
          <a:prstGeom prst="roundRect">
            <a:avLst>
              <a:gd name="adj" fmla="val 31818"/>
            </a:avLst>
          </a:prstGeom>
          <a:solidFill>
            <a:srgbClr val="EEF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2833360" y="6144768"/>
            <a:ext cx="8165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723071" y="6144768"/>
            <a:ext cx="758952" cy="201168"/>
          </a:xfrm>
          <a:prstGeom prst="roundRect">
            <a:avLst>
              <a:gd name="adj" fmla="val 31818"/>
            </a:avLst>
          </a:prstGeom>
          <a:solidFill>
            <a:srgbClr val="F2EF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3723071" y="614476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953488" y="4434840"/>
            <a:ext cx="0" cy="1965960"/>
          </a:xfrm>
          <a:prstGeom prst="line">
            <a:avLst/>
          </a:prstGeom>
          <a:noFill/>
          <a:ln w="9525">
            <a:solidFill>
              <a:srgbClr val="E2D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5118080" y="4434840"/>
            <a:ext cx="195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118080" y="4636008"/>
            <a:ext cx="195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AeroPick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5118080" y="4910328"/>
            <a:ext cx="195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공항 모션 인식 가챠 시스템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118080" y="5202936"/>
            <a:ext cx="195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개발자 (앱·백엔드·HW)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18080" y="5477256"/>
            <a:ext cx="195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Spring Boot + Arduino/RPi 연동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118080" y="6144768"/>
            <a:ext cx="586130" cy="201168"/>
          </a:xfrm>
          <a:prstGeom prst="roundRect">
            <a:avLst>
              <a:gd name="adj" fmla="val 31818"/>
            </a:avLst>
          </a:prstGeom>
          <a:solidFill>
            <a:srgbClr val="EDF1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5118080" y="6144768"/>
            <a:ext cx="5861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B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777362" y="6144768"/>
            <a:ext cx="816559" cy="201168"/>
          </a:xfrm>
          <a:prstGeom prst="roundRect">
            <a:avLst>
              <a:gd name="adj" fmla="val 31818"/>
            </a:avLst>
          </a:prstGeom>
          <a:solidFill>
            <a:srgbClr val="EEF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5777362" y="6144768"/>
            <a:ext cx="8165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7238208" y="4434840"/>
            <a:ext cx="0" cy="1965960"/>
          </a:xfrm>
          <a:prstGeom prst="line">
            <a:avLst/>
          </a:prstGeom>
          <a:noFill/>
          <a:ln w="9525">
            <a:solidFill>
              <a:srgbClr val="E2D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7402800" y="4434840"/>
            <a:ext cx="195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402800" y="4636008"/>
            <a:ext cx="195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MotoWallet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7402800" y="4910328"/>
            <a:ext cx="195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 모빌리티 결제 시스템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7402800" y="5202936"/>
            <a:ext cx="195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개발자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402800" y="5477256"/>
            <a:ext cx="195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실시간 연동 · Kakao Map 요금 산정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402800" y="6144768"/>
            <a:ext cx="586130" cy="201168"/>
          </a:xfrm>
          <a:prstGeom prst="roundRect">
            <a:avLst>
              <a:gd name="adj" fmla="val 31818"/>
            </a:avLst>
          </a:prstGeom>
          <a:solidFill>
            <a:srgbClr val="EDF1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7402800" y="6144768"/>
            <a:ext cx="5861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B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8062082" y="6144768"/>
            <a:ext cx="701345" cy="201168"/>
          </a:xfrm>
          <a:prstGeom prst="roundRect">
            <a:avLst>
              <a:gd name="adj" fmla="val 31818"/>
            </a:avLst>
          </a:prstGeom>
          <a:solidFill>
            <a:srgbClr val="F2EF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8062082" y="6144768"/>
            <a:ext cx="7013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9522927" y="4434840"/>
            <a:ext cx="0" cy="1965960"/>
          </a:xfrm>
          <a:prstGeom prst="line">
            <a:avLst/>
          </a:prstGeom>
          <a:noFill/>
          <a:ln w="9525">
            <a:solidFill>
              <a:srgbClr val="E2D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9687519" y="4434840"/>
            <a:ext cx="195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9687519" y="4636008"/>
            <a:ext cx="195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ONDY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9687519" y="4910328"/>
            <a:ext cx="195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자세 교정 로봇 시스템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9687519" y="5202936"/>
            <a:ext cx="195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개발자 (CV·IoT)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9687519" y="5477256"/>
            <a:ext cx="195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MediaPipe 실시간 자세 판정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9687519" y="6144768"/>
            <a:ext cx="528523" cy="201168"/>
          </a:xfrm>
          <a:prstGeom prst="roundRect">
            <a:avLst>
              <a:gd name="adj" fmla="val 31818"/>
            </a:avLst>
          </a:prstGeom>
          <a:solidFill>
            <a:srgbClr val="F8F2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9687519" y="6144768"/>
            <a:ext cx="5285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A6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10289195" y="6144768"/>
            <a:ext cx="528523" cy="201168"/>
          </a:xfrm>
          <a:prstGeom prst="roundRect">
            <a:avLst>
              <a:gd name="adj" fmla="val 31818"/>
            </a:avLst>
          </a:prstGeom>
          <a:solidFill>
            <a:srgbClr val="F8F2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10289195" y="6144768"/>
            <a:ext cx="5285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A6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414</Words>
  <Application>Microsoft Macintosh PowerPoint</Application>
  <PresentationFormat>와이드스크린</PresentationFormat>
  <Paragraphs>109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Preview</dc:title>
  <dc:subject>PptxGenJS Presentation</dc:subject>
  <dc:creator>이영흔</dc:creator>
  <cp:lastModifiedBy>이영흔</cp:lastModifiedBy>
  <cp:revision>2</cp:revision>
  <dcterms:created xsi:type="dcterms:W3CDTF">2026-07-02T04:53:57Z</dcterms:created>
  <dcterms:modified xsi:type="dcterms:W3CDTF">2026-07-02T05:01:27Z</dcterms:modified>
</cp:coreProperties>
</file>